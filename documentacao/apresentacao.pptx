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D"/>
          </a:solidFill>
          <a:ln cap="flat" cmpd="sng" w="12700">
            <a:solidFill>
              <a:srgbClr val="0508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77240" y="1600200"/>
            <a:ext cx="5943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5200"/>
              <a:buFont typeface="Play"/>
              <a:buNone/>
            </a:pPr>
            <a:r>
              <a:rPr b="1" i="0" lang="en-US" sz="52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JVCustom</a:t>
            </a:r>
            <a:endParaRPr b="0" i="0" sz="5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2423160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Loja online de peças de estética automóvel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320040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Trabalho Final - MA2 | Desenvolvimento Web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489204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João Vicente | 20251116 | CTeSP-TPSI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v.joao@ipcbcampus.pt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366760" y="1417320"/>
            <a:ext cx="2057400" cy="640080"/>
          </a:xfrm>
          <a:prstGeom prst="roundRect">
            <a:avLst>
              <a:gd fmla="val 8571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403336" y="1307592"/>
            <a:ext cx="1984248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8595360" y="1581912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HTML5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 flipH="1" rot="10800000">
            <a:off x="8595360" y="1901952"/>
            <a:ext cx="1645920" cy="4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8366760" y="2331720"/>
            <a:ext cx="2057400" cy="640080"/>
          </a:xfrm>
          <a:prstGeom prst="roundRect">
            <a:avLst>
              <a:gd fmla="val 8571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8403336" y="2221992"/>
            <a:ext cx="1984248" cy="548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595360" y="2496312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F97316"/>
                </a:solidFill>
                <a:latin typeface="Play"/>
                <a:ea typeface="Play"/>
                <a:cs typeface="Play"/>
                <a:sym typeface="Play"/>
              </a:rPr>
              <a:t>CSS3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 flipH="1" rot="10800000">
            <a:off x="8595360" y="2816352"/>
            <a:ext cx="1645920" cy="4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8366760" y="3246120"/>
            <a:ext cx="2057400" cy="640080"/>
          </a:xfrm>
          <a:prstGeom prst="roundRect">
            <a:avLst>
              <a:gd fmla="val 8571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8403336" y="3136392"/>
            <a:ext cx="1984248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8595360" y="3410712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JavaScript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 flipH="1" rot="10800000">
            <a:off x="8595360" y="3730752"/>
            <a:ext cx="1645920" cy="4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366760" y="4160520"/>
            <a:ext cx="2057400" cy="640080"/>
          </a:xfrm>
          <a:prstGeom prst="roundRect">
            <a:avLst>
              <a:gd fmla="val 8571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8403336" y="4050792"/>
            <a:ext cx="1984248" cy="548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8595360" y="4325112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F97316"/>
                </a:solidFill>
                <a:latin typeface="Play"/>
                <a:ea typeface="Play"/>
                <a:cs typeface="Play"/>
                <a:sym typeface="Play"/>
              </a:rPr>
              <a:t>LocalStorage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 flipH="1" rot="10800000">
            <a:off x="8595360" y="4645152"/>
            <a:ext cx="1645920" cy="4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40080" y="651052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JVCustom | Desenvolvimento Web | 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D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D"/>
          </a:solidFill>
          <a:ln cap="flat" cmpd="sng" w="12700">
            <a:solidFill>
              <a:srgbClr val="0508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Conceito do Website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85800" y="10515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Loja online dedicada a peças de estética e personalização automóvel.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85800" y="1691640"/>
            <a:ext cx="3520440" cy="3794760"/>
          </a:xfrm>
          <a:prstGeom prst="roundRect">
            <a:avLst>
              <a:gd fmla="val 2078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731520" y="1572768"/>
            <a:ext cx="342900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978408" y="189280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Tema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78408" y="2441448"/>
            <a:ext cx="30175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Venda de escapes, jantes, ailerons, filtros de ar, adesivos, difusores, luzes LED, spoilers, body kits e suspensão estética.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389120" y="1691640"/>
            <a:ext cx="3520440" cy="3794760"/>
          </a:xfrm>
          <a:prstGeom prst="roundRect">
            <a:avLst>
              <a:gd fmla="val 2078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434840" y="1572768"/>
            <a:ext cx="3429000" cy="548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681728" y="189280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Play"/>
                <a:ea typeface="Play"/>
                <a:cs typeface="Play"/>
                <a:sym typeface="Play"/>
              </a:rPr>
              <a:t>Identidade visual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681728" y="2441448"/>
            <a:ext cx="30175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Interface escura, contraste forte, acentos vermelhos e laranja, cartões premium e linguagem visual inspirada em garagens desportivas.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092440" y="1691640"/>
            <a:ext cx="3520440" cy="3794760"/>
          </a:xfrm>
          <a:prstGeom prst="roundRect">
            <a:avLst>
              <a:gd fmla="val 2078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8138160" y="1572768"/>
            <a:ext cx="342900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8385048" y="189280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Objetivo técnico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8385048" y="2441448"/>
            <a:ext cx="30175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Demonstrar HTML5, CSS3, JavaScript, manipulação dinâmica do DOM, estruturas de dados e persistência com LocalStorage.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68680" y="594360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A proposta segue o formato de e-commerce pedido na ficha de Desenvolvimento Web.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40080" y="651052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JVCustom | Desenvolvimento Web | 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D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D"/>
          </a:solidFill>
          <a:ln cap="flat" cmpd="sng" w="12700">
            <a:solidFill>
              <a:srgbClr val="0508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Catálogo Automóvel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85800" y="10515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Maior variedade de categorias, marcas e produtos para tornar a loja mais realista.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94360" y="1783080"/>
            <a:ext cx="3246120" cy="1234440"/>
          </a:xfrm>
          <a:prstGeom prst="roundRect">
            <a:avLst>
              <a:gd fmla="val 4444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30936" y="1673352"/>
            <a:ext cx="3172968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822960" y="194767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Escapes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822960" y="23134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Akrapovič, Remus, Borla, HKS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343400" y="1783080"/>
            <a:ext cx="3246120" cy="1234440"/>
          </a:xfrm>
          <a:prstGeom prst="roundRect">
            <a:avLst>
              <a:gd fmla="val 4444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379976" y="1673352"/>
            <a:ext cx="3172968" cy="548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4572000" y="194767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F97316"/>
                </a:solidFill>
                <a:latin typeface="Play"/>
                <a:ea typeface="Play"/>
                <a:cs typeface="Play"/>
                <a:sym typeface="Play"/>
              </a:rPr>
              <a:t>Jantes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72000" y="23134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OZ Racing, BBS, Rotiform, Rays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8092440" y="1783080"/>
            <a:ext cx="3246120" cy="1234440"/>
          </a:xfrm>
          <a:prstGeom prst="roundRect">
            <a:avLst>
              <a:gd fmla="val 4444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8129016" y="1673352"/>
            <a:ext cx="3172968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8321040" y="194767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Ailerons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8321040" y="23134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APR, Maxton, Seibon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94360" y="3657600"/>
            <a:ext cx="3246120" cy="1234440"/>
          </a:xfrm>
          <a:prstGeom prst="roundRect">
            <a:avLst>
              <a:gd fmla="val 4444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30936" y="3547872"/>
            <a:ext cx="3172968" cy="548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22960" y="382219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F97316"/>
                </a:solidFill>
                <a:latin typeface="Play"/>
                <a:ea typeface="Play"/>
                <a:cs typeface="Play"/>
                <a:sym typeface="Play"/>
              </a:rPr>
              <a:t>Filtros de Ar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822960" y="418795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K&amp;N, Pipercross, Eventuri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343400" y="3657600"/>
            <a:ext cx="3246120" cy="1234440"/>
          </a:xfrm>
          <a:prstGeom prst="roundRect">
            <a:avLst>
              <a:gd fmla="val 4444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4379976" y="3547872"/>
            <a:ext cx="3172968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4572000" y="382219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Adesivos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572000" y="418795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3M, Avery Dennison, Oracal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092440" y="3657600"/>
            <a:ext cx="3246120" cy="1234440"/>
          </a:xfrm>
          <a:prstGeom prst="roundRect">
            <a:avLst>
              <a:gd fmla="val 4444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8129016" y="3547872"/>
            <a:ext cx="3172968" cy="548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8321040" y="382219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F97316"/>
                </a:solidFill>
                <a:latin typeface="Play"/>
                <a:ea typeface="Play"/>
                <a:cs typeface="Play"/>
                <a:sym typeface="Play"/>
              </a:rPr>
              <a:t>Body Kits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321040" y="418795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Difusores, spoilers, saias, widebody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O catálogo permite testar filtros, ordenação, detalhe de produto, stock e carrinho com diferentes preços e níveis de disponibilidade.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40080" y="651052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JVCustom | Desenvolvimento Web | 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D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D"/>
          </a:solidFill>
          <a:ln cap="flat" cmpd="sng" w="12700">
            <a:solidFill>
              <a:srgbClr val="0508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Estrutura de Páginas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85800" y="10515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Separação entre área pública, cliente autenticado e administração.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94360" y="1691640"/>
            <a:ext cx="2514600" cy="1325880"/>
          </a:xfrm>
          <a:prstGeom prst="roundRect">
            <a:avLst>
              <a:gd fmla="val 4138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630936" y="1581912"/>
            <a:ext cx="2441448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822960" y="185623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Home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822960" y="2221992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index.html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Apresentação da marca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3520440" y="1691640"/>
            <a:ext cx="2514600" cy="1325880"/>
          </a:xfrm>
          <a:prstGeom prst="roundRect">
            <a:avLst>
              <a:gd fmla="val 4138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3557016" y="1581912"/>
            <a:ext cx="2441448" cy="548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3749040" y="185623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F97316"/>
                </a:solidFill>
                <a:latin typeface="Play"/>
                <a:ea typeface="Play"/>
                <a:cs typeface="Play"/>
                <a:sym typeface="Play"/>
              </a:rPr>
              <a:t>Catálogo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3749040" y="2221992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shop.html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Pesquisa e filtros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446520" y="1691640"/>
            <a:ext cx="2514600" cy="1325880"/>
          </a:xfrm>
          <a:prstGeom prst="roundRect">
            <a:avLst>
              <a:gd fmla="val 4138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6483096" y="1581912"/>
            <a:ext cx="2441448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6675120" y="185623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Produto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675120" y="2221992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product-details.html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Detalhes e stock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9372600" y="1691640"/>
            <a:ext cx="2514600" cy="1325880"/>
          </a:xfrm>
          <a:prstGeom prst="roundRect">
            <a:avLst>
              <a:gd fmla="val 4138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9409176" y="1581912"/>
            <a:ext cx="2441448" cy="548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9601200" y="185623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F97316"/>
                </a:solidFill>
                <a:latin typeface="Play"/>
                <a:ea typeface="Play"/>
                <a:cs typeface="Play"/>
                <a:sym typeface="Play"/>
              </a:rPr>
              <a:t>Login/Registo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9601200" y="2221992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auth.html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Conta de utilizador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94360" y="3611880"/>
            <a:ext cx="2514600" cy="1325880"/>
          </a:xfrm>
          <a:prstGeom prst="roundRect">
            <a:avLst>
              <a:gd fmla="val 4138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30936" y="3502152"/>
            <a:ext cx="2441448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822960" y="377647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Carrinho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822960" y="4142232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cart.html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Checkout simbólico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520440" y="3611880"/>
            <a:ext cx="2514600" cy="1325880"/>
          </a:xfrm>
          <a:prstGeom prst="roundRect">
            <a:avLst>
              <a:gd fmla="val 4138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3557016" y="3502152"/>
            <a:ext cx="2441448" cy="548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3749040" y="377647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F97316"/>
                </a:solidFill>
                <a:latin typeface="Play"/>
                <a:ea typeface="Play"/>
                <a:cs typeface="Play"/>
                <a:sym typeface="Play"/>
              </a:rPr>
              <a:t>Perfil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749040" y="4142232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profile.html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Histórico e preferências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446520" y="3611880"/>
            <a:ext cx="2514600" cy="1325880"/>
          </a:xfrm>
          <a:prstGeom prst="roundRect">
            <a:avLst>
              <a:gd fmla="val 4138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483096" y="3502152"/>
            <a:ext cx="2441448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6675120" y="377647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Admin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675120" y="4142232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admin.html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Stock, KPIs e vendas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40080" y="651052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JVCustom | Desenvolvimento Web | 4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D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D"/>
          </a:solidFill>
          <a:ln cap="flat" cmpd="sng" w="12700">
            <a:solidFill>
              <a:srgbClr val="0508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Funcionalidades Principais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85800" y="10515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O projeto cobre o fluxo completo de uma loja online client-side.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68680" y="1600200"/>
            <a:ext cx="52120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Registo e autenticação de utilizadores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Catálogo com pesquisa, filtros e ordenação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Detalhe de produto com imagem, preço, stock e especificações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Carrinho com quantidades, subtotal, portes e cupão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Checkout simbólico com atualização de stock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400800" y="1508760"/>
            <a:ext cx="4480560" cy="1143000"/>
          </a:xfrm>
          <a:prstGeom prst="roundRect">
            <a:avLst>
              <a:gd fmla="val 6400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6446520" y="1389888"/>
            <a:ext cx="438912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6693408" y="1709928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Perfil do cliente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693408" y="2258568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Dados pessoais, preferências e histórico de encomendas.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400800" y="3063240"/>
            <a:ext cx="4480560" cy="1143000"/>
          </a:xfrm>
          <a:prstGeom prst="roundRect">
            <a:avLst>
              <a:gd fmla="val 6400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6446520" y="2944368"/>
            <a:ext cx="4389120" cy="548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693408" y="3264408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Play"/>
                <a:ea typeface="Play"/>
                <a:cs typeface="Play"/>
                <a:sym typeface="Play"/>
              </a:rPr>
              <a:t>Backoffice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693408" y="3813048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Painel administrativo para catálogo, stocks, KPIs e transações.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400800" y="4617720"/>
            <a:ext cx="4480560" cy="1143000"/>
          </a:xfrm>
          <a:prstGeom prst="roundRect">
            <a:avLst>
              <a:gd fmla="val 6400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6446520" y="4498848"/>
            <a:ext cx="438912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6693408" y="4818888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Persistência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693408" y="5367528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LocalStorage guarda produtos, utilizadores, sessão, carrinho e encomendas.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40080" y="651052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JVCustom | Desenvolvimento Web | 5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D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D"/>
          </a:solidFill>
          <a:ln cap="flat" cmpd="sng" w="12700">
            <a:solidFill>
              <a:srgbClr val="0508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Modelação: Fluxo de Compra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85800" y="10515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Do catálogo ao histórico de encomendas.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94360" y="1874520"/>
            <a:ext cx="1965960" cy="1965960"/>
          </a:xfrm>
          <a:prstGeom prst="roundRect">
            <a:avLst>
              <a:gd fmla="val 2791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30936" y="1764792"/>
            <a:ext cx="1892808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822960" y="2039112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1. Catálogo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822960" y="2404872"/>
            <a:ext cx="1554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 utilizador pesquisa e filtra produtos.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2926080" y="1874520"/>
            <a:ext cx="1965960" cy="1965960"/>
          </a:xfrm>
          <a:prstGeom prst="roundRect">
            <a:avLst>
              <a:gd fmla="val 2791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2962656" y="1764792"/>
            <a:ext cx="1892808" cy="548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3154680" y="2039112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F97316"/>
                </a:solidFill>
                <a:latin typeface="Play"/>
                <a:ea typeface="Play"/>
                <a:cs typeface="Play"/>
                <a:sym typeface="Play"/>
              </a:rPr>
              <a:t>2. Produto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154680" y="2404872"/>
            <a:ext cx="1554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Consulta detalhes e escolhe quantidade.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257800" y="1874520"/>
            <a:ext cx="1965960" cy="1965960"/>
          </a:xfrm>
          <a:prstGeom prst="roundRect">
            <a:avLst>
              <a:gd fmla="val 2791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5294376" y="1764792"/>
            <a:ext cx="1892808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5486400" y="2039112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3. Carrinho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486400" y="2404872"/>
            <a:ext cx="1554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Confirma itens, subtotal, portes e cupão.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589520" y="1874520"/>
            <a:ext cx="1965960" cy="1965960"/>
          </a:xfrm>
          <a:prstGeom prst="roundRect">
            <a:avLst>
              <a:gd fmla="val 2791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626096" y="1764792"/>
            <a:ext cx="1892808" cy="548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7818120" y="2039112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F97316"/>
                </a:solidFill>
                <a:latin typeface="Play"/>
                <a:ea typeface="Play"/>
                <a:cs typeface="Play"/>
                <a:sym typeface="Play"/>
              </a:rPr>
              <a:t>4. Checkout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818120" y="2404872"/>
            <a:ext cx="1554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Finaliza compra simbólica.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9921240" y="1874520"/>
            <a:ext cx="1965960" cy="1965960"/>
          </a:xfrm>
          <a:prstGeom prst="roundRect">
            <a:avLst>
              <a:gd fmla="val 2791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9957816" y="1764792"/>
            <a:ext cx="1892808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10149840" y="2039112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50"/>
              <a:buFont typeface="Play"/>
              <a:buNone/>
            </a:pPr>
            <a:r>
              <a:rPr b="1" i="0" lang="en-US" sz="155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5. Histórico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0149840" y="2404872"/>
            <a:ext cx="1554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Stock é atualizado e encomenda fica guardada.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868680" y="54406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Este fluxo demonstra carrinho, quantidades, cálculo de total, compra simbólica e gestão de stock.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40080" y="651052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JVCustom | Desenvolvimento Web | 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D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D"/>
          </a:solidFill>
          <a:ln cap="flat" cmpd="sng" w="12700">
            <a:solidFill>
              <a:srgbClr val="0508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Modelação: Dados e LocalStorage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85800" y="10515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Base local simples para simular persistência sem servidor.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85800" y="1737360"/>
            <a:ext cx="2423160" cy="3657600"/>
          </a:xfrm>
          <a:prstGeom prst="roundRect">
            <a:avLst>
              <a:gd fmla="val 3019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731520" y="1618488"/>
            <a:ext cx="233172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978408" y="193852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Produtos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978408" y="2487168"/>
            <a:ext cx="19202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id, nome, marca, categoria, preço, stock, imagem, descrição e especificações.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538728" y="1737360"/>
            <a:ext cx="2423160" cy="3657600"/>
          </a:xfrm>
          <a:prstGeom prst="roundRect">
            <a:avLst>
              <a:gd fmla="val 3019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3584448" y="1618488"/>
            <a:ext cx="2331720" cy="548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3831336" y="193852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Play"/>
                <a:ea typeface="Play"/>
                <a:cs typeface="Play"/>
                <a:sym typeface="Play"/>
              </a:rPr>
              <a:t>Utilizadores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3831336" y="2487168"/>
            <a:ext cx="19202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nome, email, password, role, avatar e preferências.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391656" y="1737360"/>
            <a:ext cx="2423160" cy="3657600"/>
          </a:xfrm>
          <a:prstGeom prst="roundRect">
            <a:avLst>
              <a:gd fmla="val 3019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6437376" y="1618488"/>
            <a:ext cx="233172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6684264" y="193852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Carrinho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684264" y="2487168"/>
            <a:ext cx="19202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productId, quantidade, preço e relação com o stock.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9244584" y="1737360"/>
            <a:ext cx="2423160" cy="3657600"/>
          </a:xfrm>
          <a:prstGeom prst="roundRect">
            <a:avLst>
              <a:gd fmla="val 3019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9290304" y="1618488"/>
            <a:ext cx="2331720" cy="548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9537192" y="193852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Play"/>
                <a:ea typeface="Play"/>
                <a:cs typeface="Play"/>
                <a:sym typeface="Play"/>
              </a:rPr>
              <a:t>Encomendas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9537192" y="2487168"/>
            <a:ext cx="19202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id, data, itens, total, portes, desconto e utilizador.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40080" y="651052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JVCustom | Desenvolvimento Web | 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D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D"/>
          </a:solidFill>
          <a:ln cap="flat" cmpd="sng" w="12700">
            <a:solidFill>
              <a:srgbClr val="0508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Painel de Administração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685800" y="10515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Gestão de stock, catálogo e indicadores da loja.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822960" y="160020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 área admin responde à gestão do negócio: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960120" y="2286000"/>
            <a:ext cx="47548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Visualização de KPIs de vendas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Identificação de stock crítico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Gestão do catálogo de produtos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Edição e reforço de stock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Consulta do histórico global de transações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629400" y="1920240"/>
            <a:ext cx="4206240" cy="2194560"/>
          </a:xfrm>
          <a:prstGeom prst="roundRect">
            <a:avLst>
              <a:gd fmla="val 3333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675120" y="1801368"/>
            <a:ext cx="411480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6922008" y="212140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Demonstração recomendada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922008" y="2670048"/>
            <a:ext cx="37033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Entrar como administrador, abrir o painel, alterar stock de um produto e voltar ao catálogo para confirmar a alteração.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40080" y="651052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JVCustom | Desenvolvimento Web | 8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D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D"/>
          </a:solidFill>
          <a:ln cap="flat" cmpd="sng" w="12700">
            <a:solidFill>
              <a:srgbClr val="0508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Demonstração na Apresentação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685800" y="10515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Roteiro simples para mostrar o projeto ao vivo.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868680" y="1691640"/>
            <a:ext cx="102412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1. Abrir a página inicial e explicar o conceito visual da JVCustom.</a:t>
            </a:r>
            <a:b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2. Entrar no catálogo e mostrar filtros, pesquisa e detalhe de produto.</a:t>
            </a:r>
            <a:b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3. Criar/iniciar sessão e adicionar produtos ao carrinho.</a:t>
            </a:r>
            <a:b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4. Alterar quantidades, aplicar cupão/portes e finalizar compra simbólica.</a:t>
            </a:r>
            <a:b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5. Mostrar histórico no perfil do utilizador.</a:t>
            </a:r>
            <a:b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6. Entrar como administrador e demonstrar gestão de stock/catálogo.</a:t>
            </a:r>
            <a:b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640080" y="651052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JVCustom | Desenvolvimento Web | 9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D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D"/>
          </a:solidFill>
          <a:ln cap="flat" cmpd="sng" w="12700">
            <a:solidFill>
              <a:srgbClr val="0508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Conclusão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685800" y="10515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Síntese da conformidade e dos pontos fortes.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822960" y="1737360"/>
            <a:ext cx="3154680" cy="3246120"/>
          </a:xfrm>
          <a:prstGeom prst="roundRect">
            <a:avLst>
              <a:gd fmla="val 2319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868680" y="1618488"/>
            <a:ext cx="306324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1115568" y="1938528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Cumprimento da ficha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1115568" y="2487168"/>
            <a:ext cx="26517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Loja online com várias páginas HTML, CSS personalizado e JavaScript para lógica principal.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4526280" y="1737360"/>
            <a:ext cx="3154680" cy="3246120"/>
          </a:xfrm>
          <a:prstGeom prst="roundRect">
            <a:avLst>
              <a:gd fmla="val 2319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4572000" y="1618488"/>
            <a:ext cx="3063240" cy="548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4818888" y="1938528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Play"/>
                <a:ea typeface="Play"/>
                <a:cs typeface="Play"/>
                <a:sym typeface="Play"/>
              </a:rPr>
              <a:t>Pontos fortes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4818888" y="2487168"/>
            <a:ext cx="26517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Catálogo diversificado, carrinho desenvolvido, perfil, histórico e backoffice administrativo.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8229600" y="1737360"/>
            <a:ext cx="3154680" cy="3246120"/>
          </a:xfrm>
          <a:prstGeom prst="roundRect">
            <a:avLst>
              <a:gd fmla="val 2319" name="adj"/>
            </a:avLst>
          </a:prstGeom>
          <a:solidFill>
            <a:srgbClr val="111827"/>
          </a:solidFill>
          <a:ln cap="flat" cmpd="sng" w="12700">
            <a:solidFill>
              <a:srgbClr val="0A0F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8275320" y="1618488"/>
            <a:ext cx="306324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8522208" y="1938528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Valor técnico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8522208" y="2487168"/>
            <a:ext cx="26517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Manipulação do DOM, LocalStorage, estruturas de dados, validações e atualização de stock.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868680" y="5806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Obrigado.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640080" y="651052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JVCustom | Desenvolvimento Web | 10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